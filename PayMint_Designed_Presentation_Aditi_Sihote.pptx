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PayMint - Online Billing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C8DCFF"/>
                </a:solidFill>
              </a:defRPr>
            </a:pPr>
            <a:r>
              <a:t>Made By Aditi Sihote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PayMint is an online billing application.</a:t>
            </a:r>
          </a:p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It helps shopkeepers manage bills easily.</a:t>
            </a:r>
          </a:p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It saves time and reduces manual work.</a:t>
            </a:r>
          </a:p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It is simple and user-friendly.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MongoDB - Database</a:t>
            </a:r>
          </a:p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Express.js - Backend</a:t>
            </a:r>
          </a:p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Node.js - Server</a:t>
            </a:r>
          </a:p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HTML, CSS, Bootstrap - Frontend</a:t>
            </a:r>
          </a:p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EJS - Template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9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User Registration &amp; Login</a:t>
            </a:r>
          </a:p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Create New Bill</a:t>
            </a:r>
          </a:p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View All Bills</a:t>
            </a:r>
          </a:p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Update &amp; Delete Bills</a:t>
            </a:r>
          </a:p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Trello Integration</a:t>
            </a:r>
          </a:p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Chatbot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1. User registers and logs in.</a:t>
            </a:r>
          </a:p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2. User creates a bill.</a:t>
            </a:r>
          </a:p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3. Bill data is saved in MongoDB.</a:t>
            </a:r>
          </a:p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4. User can edit or delete bills.</a:t>
            </a:r>
          </a:p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5. Dashboard shows all options.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Easy to use</a:t>
            </a:r>
          </a:p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Secure Login System</a:t>
            </a:r>
          </a:p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Fast Bill Management</a:t>
            </a:r>
          </a:p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Suitable for Small Businesses</a:t>
            </a:r>
          </a:p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• Modern Web Application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PayMint makes billing simple and efficient.</a:t>
            </a:r>
          </a:p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It reduces paperwork.</a:t>
            </a:r>
          </a:p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It helps manage business smoothly.</a:t>
            </a:r>
          </a:p>
          <a:p>
            <a:pPr>
              <a:defRPr sz="2200" b="0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